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035040"/>
            <a:ext cx="11868912" cy="82296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Slot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474720" cy="6858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2200" b="0" i="0">
                <a:solidFill>
                  <a:srgbClr val="FCA311"/>
                </a:solidFill>
                <a:latin typeface="Calibri"/>
              </a:rPr>
              <a:t>競品影片自動分析工具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Calibri"/>
              </a:rPr>
              <a:t>自動截圖分類  ·  競品報告生成  ·  Figma Board  ·  Fileserver 備份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778899"/>
                </a:solidFill>
                <a:latin typeface="Calibri"/>
              </a:rPr>
              <a:t>內部分享  ·  2026  ·  PG / Slot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77272" y="201168"/>
            <a:ext cx="155448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95560" y="219456"/>
            <a:ext cx="1517904" cy="329184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v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工具目的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為什麼需要 Slot Classifier？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1124712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64008" cy="14173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02920" cy="5029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1790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自動化截圖分類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47672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從競品影片自動擷取關鍵幀，分類為 Loading、Basegame、Transition、Feature、BigWin、Result 六大類別，省去人工逐幀整理。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2"/>
            <a:ext cx="1124712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64008" cy="141732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502920" cy="50292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1810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輸出標準化競品資料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7872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每款遊戲生成分類截圖資料夾、CSV 統計表、HTML 競品分析報告，格式一致，可直接用於設計參考與策劃文件。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53712"/>
            <a:ext cx="11247120" cy="1417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010912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18304"/>
            <a:ext cx="969264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整合 Figma 與 Fileserver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48072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一鍵匯出 Figma Research Board，並自動備份至公司 Fileserver（AI_survey 資料夾），建立可查詢的競品資料庫。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輸入與輸出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Input /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120640" cy="53035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120640" cy="502920"/>
          </a:xfrm>
          <a:prstGeom prst="rect">
            <a:avLst/>
          </a:prstGeom>
          <a:solidFill>
            <a:srgbClr val="1E345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FCA311"/>
                </a:solidFill>
                <a:latin typeface="Calibri"/>
              </a:rPr>
              <a:t>INPUT  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1" i="0">
                <a:solidFill>
                  <a:srgbClr val="E8F4FD"/>
                </a:solidFill>
                <a:latin typeface="Consolas"/>
              </a:rPr>
              <a:t>project/input_videos/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64008" cy="25603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競品遊戲影片（.mp4 格式）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90672"/>
            <a:ext cx="64008" cy="25603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99232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支援多款遊戲一次批次處理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12463"/>
            <a:ext cx="64008" cy="25603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可搭配自動 ROI 偵測（直/橫式畫面）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34256"/>
            <a:ext cx="64008" cy="25603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242816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可指定 GameName 自訂輸出資料夾名稱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474720"/>
            <a:ext cx="594360" cy="7315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2800" b="1" i="0">
                <a:solidFill>
                  <a:srgbClr val="FCA311"/>
                </a:solidFill>
                <a:latin typeface="Calibri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280160"/>
            <a:ext cx="512064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280160"/>
            <a:ext cx="5120640" cy="50292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OUTPUT  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920240"/>
            <a:ext cx="384048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384048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192938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Calibri"/>
              </a:rPr>
              <a:t>截圖分類資料夾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19456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  <a:latin typeface="Calibri"/>
              </a:rPr>
              <a:t>Loading / Basegame / Feature / BigWin…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88920"/>
            <a:ext cx="384048" cy="38404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788920"/>
            <a:ext cx="384048" cy="38404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2798063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Calibri"/>
              </a:rPr>
              <a:t>classification_result.csv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3063239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  <a:latin typeface="Calibri"/>
              </a:rPr>
              <a:t>每幀分類標籤與信心值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65760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65760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366674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Calibri"/>
              </a:rPr>
              <a:t>report.html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393192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  <a:latin typeface="Calibri"/>
              </a:rPr>
              <a:t>Claude 生成競品分析報告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526279"/>
            <a:ext cx="38404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4526279"/>
            <a:ext cx="38404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4535423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Calibri"/>
              </a:rPr>
              <a:t>figma_export/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2" y="4800599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  <a:latin typeface="Calibri"/>
              </a:rPr>
              <a:t>Figma Research Board 匯入包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394960"/>
            <a:ext cx="384048" cy="3840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5394960"/>
            <a:ext cx="384048" cy="38404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540410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1" i="0">
                <a:solidFill>
                  <a:srgbClr val="14213D"/>
                </a:solidFill>
                <a:latin typeface="Calibri"/>
              </a:rPr>
              <a:t>Fileserver 備份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5472" y="566928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778899"/>
                </a:solidFill>
                <a:latin typeface="Calibri"/>
              </a:rPr>
              <a:t>AI_survey 資料夾標準備份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整體流程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End-to-End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" y="1371600"/>
            <a:ext cx="2606040" cy="34747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7" y="1371600"/>
            <a:ext cx="2606040" cy="56692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" y="1463040"/>
            <a:ext cx="438912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" y="144475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輸入競品影片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" y="2240280"/>
            <a:ext cx="54864" cy="20116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7" y="21488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放入 project/input_videos/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" y="2743200"/>
            <a:ext cx="54864" cy="20116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7" y="265176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支援批次多款遊戲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" y="3246120"/>
            <a:ext cx="54864" cy="20116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7" y="3154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自動偵測 ROI 區域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0964" y="347472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CA311"/>
                </a:solidFill>
                <a:latin typeface="Calibri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0420" y="1371600"/>
            <a:ext cx="2606040" cy="34747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0420" y="1371600"/>
            <a:ext cx="260604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7579" y="1463040"/>
            <a:ext cx="438912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3339" y="144475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主程式截圖分類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6452" y="2240280"/>
            <a:ext cx="54864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71900" y="2148840"/>
            <a:ext cx="2057400" cy="262559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 dirty="0">
                <a:solidFill>
                  <a:srgbClr val="2D2D2D"/>
                </a:solidFill>
                <a:latin typeface="Calibri"/>
              </a:rPr>
              <a:t>run_classifier</a:t>
            </a:r>
            <a:r>
              <a:rPr lang="en-US" altLang="zh-TW" sz="1050" dirty="0">
                <a:solidFill>
                  <a:srgbClr val="2D2D2D"/>
                </a:solidFill>
                <a:latin typeface="Calibri"/>
              </a:rPr>
              <a:t>_and_symbols.bat</a:t>
            </a:r>
            <a:endParaRPr sz="1050"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6452" y="2743200"/>
            <a:ext cx="54864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71900" y="265176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OCR + 場景變化偵測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6452" y="3246120"/>
            <a:ext cx="54864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71900" y="3154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輸出分類截圖 + 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3036" y="347472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CA311"/>
                </a:solidFill>
                <a:latin typeface="Calibri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2492" y="1371600"/>
            <a:ext cx="2606040" cy="34747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22492" y="1371600"/>
            <a:ext cx="260604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9652" y="1463040"/>
            <a:ext cx="438912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5412" y="144475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Skill 生成報告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8524" y="2240280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33972" y="21488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slot-report skill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8524" y="2743200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3972" y="265176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生成 report.html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8524" y="3246120"/>
            <a:ext cx="54864" cy="2011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3972" y="3154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符號表 + 玩法說明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5107" y="347472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CA311"/>
                </a:solidFill>
                <a:latin typeface="Calibr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4564" y="1371600"/>
            <a:ext cx="2606040" cy="34747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84564" y="1371600"/>
            <a:ext cx="2606040" cy="56692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21724" y="1463040"/>
            <a:ext cx="438912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7484" y="1444752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備份 / 輸出 Figma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0596" y="2240280"/>
            <a:ext cx="54864" cy="20116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96044" y="21488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 dirty="0" err="1">
                <a:solidFill>
                  <a:srgbClr val="2D2D2D"/>
                </a:solidFill>
                <a:latin typeface="Calibri"/>
              </a:rPr>
              <a:t>archive_to_fileserver</a:t>
            </a:r>
            <a:endParaRPr sz="1050"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40596" y="2743200"/>
            <a:ext cx="54864" cy="20116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96044" y="265176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run_figma_export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246120"/>
            <a:ext cx="54864" cy="201168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96044" y="315468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Calibri"/>
              </a:rPr>
              <a:t>Figma Board 匯入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74552" cy="292608"/>
          </a:xfrm>
          <a:prstGeom prst="rect">
            <a:avLst/>
          </a:prstGeom>
          <a:solidFill>
            <a:srgbClr val="FFEF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464808"/>
            <a:ext cx="10908792" cy="25603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805000"/>
                </a:solidFill>
                <a:latin typeface="Calibri"/>
              </a:rPr>
              <a:t>⚠  每個步驟均有對應的 PowerShell 腳本，可單獨執行，也可依需求彈性組合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0" b="1" i="0">
                <a:solidFill>
                  <a:srgbClr val="1E325C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如何使用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How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800" b="1" i="0">
                <a:solidFill>
                  <a:srgbClr val="14213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4.1  環境架設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800" b="1" i="0">
                <a:solidFill>
                  <a:srgbClr val="14213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754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4.2  主程式使用方式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4809744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800" b="1" i="0">
                <a:solidFill>
                  <a:srgbClr val="14213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754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4.3  Claude Skill 建立與呼叫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0096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40096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800" b="1" i="0">
                <a:solidFill>
                  <a:srgbClr val="14213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85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4.4  Figma Board 匯入方式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340096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5340096"/>
            <a:ext cx="201168" cy="20116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800" b="1" i="0">
                <a:solidFill>
                  <a:srgbClr val="14213D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285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4.5  備份至 Fileserver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環境架設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Environment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10972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0" y="128016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900" b="0" i="0">
                <a:solidFill>
                  <a:srgbClr val="1A73C8"/>
                </a:solidFill>
                <a:latin typeface="Calibri"/>
              </a:rPr>
              <a:t>4.1  環境架設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7160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建立虛擬環境並安裝套件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37943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自動建立 .venv 並安裝 numpy、opencv、paddleocr 等相依套件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258568"/>
            <a:ext cx="59436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322575"/>
            <a:ext cx="56144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PS&gt;  .\setup_venv.ps1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39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99232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確認環境正常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65576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執行環境檢查，確認所有套件版本與相依性無誤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86200"/>
            <a:ext cx="59436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950208"/>
            <a:ext cx="56144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PS&gt;  .\check_environment.ps1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626864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26864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首次執行自動下載 OCR 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09320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PaddleOCR 模型約 50MB，首次執行時自動下載，需確保網路連線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51760"/>
            <a:ext cx="3017520" cy="3200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27432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1" i="0">
                <a:solidFill>
                  <a:srgbClr val="14213D"/>
                </a:solidFill>
                <a:latin typeface="Consolas"/>
              </a:rPr>
              <a:t>requirements.txt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1272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0E3A6E"/>
                </a:solidFill>
                <a:latin typeface="Consolas"/>
              </a:rPr>
              <a:t>numpy==1.26.4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6027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0E3A6E"/>
                </a:solidFill>
                <a:latin typeface="Consolas"/>
              </a:rPr>
              <a:t>opencv-python==4.6.0.66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07822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0E3A6E"/>
                </a:solidFill>
                <a:latin typeface="Consolas"/>
              </a:rPr>
              <a:t>paddlepaddle==2.6.2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55371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0E3A6E"/>
                </a:solidFill>
                <a:latin typeface="Consolas"/>
              </a:rPr>
              <a:t>paddleocr==2.7.3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主程式使用方式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Running the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10972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0" y="128016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900" b="0" i="0">
                <a:solidFill>
                  <a:srgbClr val="1A73C8"/>
                </a:solidFill>
                <a:latin typeface="Calibri"/>
              </a:rPr>
              <a:t>4.2  主程式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716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放入影片檔案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837943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將競品遊戲影片（.mp4）放入以下資料夾，支援多個影片一次處理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258568"/>
            <a:ext cx="64008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322575"/>
            <a:ext cx="60716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project\input_videos\GameName.mp4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39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9923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執行分類主程式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65576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PowerShell 腳本會啟動虛擬環境並自動執行所有影片的分類作業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86200"/>
            <a:ext cx="64008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950208"/>
            <a:ext cx="60716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.\run_classifier.ps1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626864"/>
            <a:ext cx="502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26864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600" b="1" i="0">
                <a:solidFill>
                  <a:srgbClr val="14213D"/>
                </a:solidFill>
                <a:latin typeface="Calibri"/>
              </a:rPr>
              <a:t>確認輸出結果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09320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每款遊戲獨立資料夾，包含分類截圖、CSV 統計表與低信心值截圖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513831"/>
            <a:ext cx="64008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577840"/>
            <a:ext cx="60716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project\output\GameName\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298448"/>
            <a:ext cx="2514600" cy="53035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13898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1" i="0">
                <a:solidFill>
                  <a:srgbClr val="14213D"/>
                </a:solidFill>
                <a:latin typeface="Calibri"/>
              </a:rPr>
              <a:t>輸出結構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179222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GameName/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21284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Loading/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3347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Basegame/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05409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Transition/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47472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Feature game/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895344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BigWin/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315968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Result/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736592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low_score/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157216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├ cls_result.csv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577840"/>
            <a:ext cx="2331720" cy="40233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onsolas"/>
              </a:rPr>
              <a:t>  └ report.html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Claude Skill — 競品報告生成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Creating &amp; Calling the slot-report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10972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0" y="128016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900" b="0" i="0">
                <a:solidFill>
                  <a:srgbClr val="1A73C8"/>
                </a:solidFill>
                <a:latin typeface="Calibri"/>
              </a:rPr>
              <a:t>4.3  Claude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94960" cy="528523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5394960" cy="47548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353312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安裝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202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找到 Skills 資料夾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4028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1">
                <a:solidFill>
                  <a:srgbClr val="778899"/>
                </a:solidFill>
                <a:latin typeface="Calibri"/>
              </a:rPr>
              <a:t>%APPDATA%\Claude\...\skills\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175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建立 slot-report/ 子目錄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375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1">
                <a:solidFill>
                  <a:srgbClr val="778899"/>
                </a:solidFill>
                <a:latin typeface="Calibri"/>
              </a:rPr>
              <a:t>在 skills/ 內新增 slot-report 資料夾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14800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複製 claude/Skill.md 內容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1">
                <a:solidFill>
                  <a:srgbClr val="778899"/>
                </a:solidFill>
                <a:latin typeface="Calibri"/>
              </a:rPr>
              <a:t>貼入 slot-report/SKILL.md 並儲存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12079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12079"/>
            <a:ext cx="365760" cy="36576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300" b="1" i="0">
                <a:solidFill>
                  <a:srgbClr val="14213D"/>
                </a:solidFill>
                <a:latin typeface="Calibri"/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1207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重新啟動 Claude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19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50" b="0" i="1">
                <a:solidFill>
                  <a:srgbClr val="778899"/>
                </a:solidFill>
                <a:latin typeface="Calibri"/>
              </a:rPr>
              <a:t>Skill 即可在對話中使用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298448"/>
            <a:ext cx="5559552" cy="528523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2200" y="1298448"/>
            <a:ext cx="5559552" cy="475488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1353312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呼叫 Skill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190195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在 Claude Code 輸入：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286000"/>
            <a:ext cx="521208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35000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0E3A6E"/>
                </a:solidFill>
                <a:latin typeface="Consolas"/>
              </a:rPr>
              <a:t>幫我分析 project/output/GameName 這款遊戲，生成 report.html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29718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報告三大段落：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401568"/>
            <a:ext cx="402336" cy="402336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401568"/>
            <a:ext cx="402336" cy="402336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401568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符號賠率表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694176"/>
            <a:ext cx="4553712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特殊符號（Scatter/Wild）、主力符號、低值符號，各附圖片與賠率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389120"/>
            <a:ext cx="402336" cy="402336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4389120"/>
            <a:ext cx="402336" cy="402336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389120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玩法機制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681728"/>
            <a:ext cx="4553712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4–6 張機制卡，說明觸發條件、特效規則、連鎖機制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76672"/>
            <a:ext cx="402336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5376672"/>
            <a:ext cx="402336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376672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1" i="0">
                <a:solidFill>
                  <a:srgbClr val="14213D"/>
                </a:solidFill>
                <a:latin typeface="Calibri"/>
              </a:rPr>
              <a:t>遊戲流程圖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669280"/>
            <a:ext cx="4553712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主遊戲 + 免費旋轉雙列橫向流程，各節點附截圖縮圖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Figma Board 匯入方式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Importing to Figma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10972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0" y="128016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900" b="0" i="0">
                <a:solidFill>
                  <a:srgbClr val="1A73C8"/>
                </a:solidFill>
                <a:latin typeface="Calibri"/>
              </a:rPr>
              <a:t>4.4 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75488" cy="475488"/>
          </a:xfrm>
          <a:prstGeom prst="rect">
            <a:avLst/>
          </a:prstGeom>
          <a:solidFill>
            <a:srgbClr val="F2481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37160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執行 Figma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801368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在專案根目錄執行以下指令，自動生成 figma_export/ 資料夾與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185415"/>
            <a:ext cx="73152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3584" y="2249423"/>
            <a:ext cx="69860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.\run_figma_export.ps1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24327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39"/>
            <a:ext cx="475488" cy="475488"/>
          </a:xfrm>
          <a:prstGeom prst="rect">
            <a:avLst/>
          </a:prstGeom>
          <a:solidFill>
            <a:srgbClr val="F2481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34639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匯入 Plugin 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264408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開啟 Figma Desktop → Plugins &gt; Development &gt; Import plugin from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648456"/>
            <a:ext cx="73152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3584" y="3712463"/>
            <a:ext cx="69860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figma_tools\figma_plugin\manifest.json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87368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475488" cy="475488"/>
          </a:xfrm>
          <a:prstGeom prst="rect">
            <a:avLst/>
          </a:prstGeom>
          <a:solidFill>
            <a:srgbClr val="F2481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9768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執行 Slot Research Board Importer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727448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在 Figma 中執行 Plugin，選擇 figma_export/ 資料夾路徑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274552" cy="16459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2"/>
            <a:ext cx="475488" cy="475488"/>
          </a:xfrm>
          <a:prstGeom prst="rect">
            <a:avLst/>
          </a:prstGeom>
          <a:solidFill>
            <a:srgbClr val="F2481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2852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1" i="0">
                <a:solidFill>
                  <a:srgbClr val="14213D"/>
                </a:solidFill>
                <a:latin typeface="Calibri"/>
              </a:rPr>
              <a:t>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715000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Plugin 自動建立分類截圖板，依 Loading / Basegame / Feature / BigWin 等分組排列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備份至 Fileserver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Archive to Fileserver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8712" y="10972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0" y="128016"/>
            <a:ext cx="1700784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900" b="0" i="0">
                <a:solidFill>
                  <a:srgbClr val="1A73C8"/>
                </a:solidFill>
                <a:latin typeface="Calibri"/>
              </a:rPr>
              <a:t>4.5  備份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執行備份腳本：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6858000" cy="438912"/>
          </a:xfrm>
          <a:prstGeom prst="rect">
            <a:avLst/>
          </a:prstGeom>
          <a:solidFill>
            <a:srgbClr val="E8F4FD"/>
          </a:solidFill>
          <a:ln w="6350">
            <a:solidFill>
              <a:srgbClr val="BBD6F2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6528816" cy="310896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000" b="0" i="0">
                <a:solidFill>
                  <a:srgbClr val="0E3A6E"/>
                </a:solidFill>
                <a:latin typeface="Consolas"/>
              </a:rPr>
              <a:t>.\archive_to_fileserver.ps1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14213D"/>
                </a:solidFill>
                <a:latin typeface="Calibri"/>
              </a:rPr>
              <a:t>備份目標結構  ─  AI_survey / GameName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39" y="2971800"/>
            <a:ext cx="2148840" cy="53035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39" y="2971800"/>
            <a:ext cx="2148840" cy="53035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01_report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39" y="3502152"/>
            <a:ext cx="2148840" cy="2377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7" y="3630168"/>
            <a:ext cx="1929384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HTML 競品分析報告 +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971800"/>
            <a:ext cx="2148840" cy="53035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0048" y="2971800"/>
            <a:ext cx="2148840" cy="53035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02_classified_images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502152"/>
            <a:ext cx="2148840" cy="2377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79776" y="3630168"/>
            <a:ext cx="1929384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分類截圖（Basegame / Feature 等）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6" y="2971800"/>
            <a:ext cx="21488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0056" y="2971800"/>
            <a:ext cx="21488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03_figma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3502152"/>
            <a:ext cx="2148840" cy="2377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9784" y="3630168"/>
            <a:ext cx="1929384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Figma 匯入包（manifest + images）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2971800"/>
            <a:ext cx="2148840" cy="5303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0064" y="2971800"/>
            <a:ext cx="2148840" cy="5303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04_logs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3502152"/>
            <a:ext cx="2148840" cy="2377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79792" y="3630168"/>
            <a:ext cx="1929384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執行紀錄與低信心值截圖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2971800"/>
            <a:ext cx="2148840" cy="530352"/>
          </a:xfrm>
          <a:prstGeom prst="rect">
            <a:avLst/>
          </a:prstGeom>
          <a:solidFill>
            <a:srgbClr val="778899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0072" y="2971800"/>
            <a:ext cx="2148840" cy="530352"/>
          </a:xfrm>
          <a:prstGeom prst="rect">
            <a:avLst/>
          </a:prstGeom>
          <a:solidFill>
            <a:srgbClr val="778899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502152"/>
            <a:ext cx="2148840" cy="237744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29800" y="3630168"/>
            <a:ext cx="1929384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Calibri"/>
              </a:rPr>
              <a:t>原始影片（選擇性備份）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solidFill>
            <a:srgbClr val="FFEF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6217920"/>
            <a:ext cx="10872216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950" b="0" i="0">
                <a:solidFill>
                  <a:srgbClr val="805000"/>
                </a:solidFill>
                <a:latin typeface="Calibri"/>
              </a:rPr>
              <a:t>⚠  low_score 截圖請先人工確認分類正確性，再決定備份至 Help 或 Other；HTML report 與 assets 保持原始資料夾結構以避免路徑失效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6217920"/>
            <a:ext cx="11841480" cy="64008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2926080" cy="6858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2000" b="0" i="0">
                <a:solidFill>
                  <a:srgbClr val="FCA311"/>
                </a:solidFill>
                <a:latin typeface="Calibri"/>
              </a:rPr>
              <a:t>原始碼與技術文件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9601200" cy="59436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500" b="0" i="0">
                <a:solidFill>
                  <a:srgbClr val="79C0FF"/>
                </a:solidFill>
                <a:latin typeface="Consolas"/>
              </a:rPr>
              <a:t>https://github.com/Ashley860511/slot-classifier.git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300" b="1" i="0">
                <a:solidFill>
                  <a:srgbClr val="FCA311"/>
                </a:solidFill>
                <a:latin typeface="Calibri"/>
              </a:rPr>
              <a:t>專案內容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20624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app/               主程式：分類器、OCR、ROI 偵測、Symbol Table 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54864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457200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claude/            slot-report Skill 安裝指南與完整 SKILL.md 範本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54864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4937759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figma_tools/       Figma plugin（manifest + code.js）與 export 腳本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54864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530352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docs/              HTML 技術文件（使用教學、環境安裝說明）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79"/>
            <a:ext cx="54864" cy="228600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5669279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setup_venv.ps1  /  run_classifier.ps1  /  run_figma_export.ps1  /  archive_to_fileserver.ps1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50292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後續優化方向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200" b="0" i="0">
                <a:solidFill>
                  <a:srgbClr val="FCA311"/>
                </a:solidFill>
                <a:latin typeface="Calibri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3949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394960" cy="530352"/>
          </a:xfrm>
          <a:prstGeom prst="rect">
            <a:avLst/>
          </a:prstGeom>
          <a:solidFill>
            <a:srgbClr val="1A73C8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35608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435608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1A73C8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44752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Feature 細分偵測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992624" cy="1600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偵測 Feature active / subtype，自動辨識 Free Spins、Bonus、Jackpot 等子類型，提升分類粒度。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353312"/>
            <a:ext cx="53949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353312"/>
            <a:ext cx="539496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435608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435608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16A34A"/>
                </a:solidFill>
                <a:latin typeface="Calibri"/>
              </a:rPr>
              <a:t>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444752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大型 Bonus Game 支援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11680"/>
            <a:ext cx="4992624" cy="1600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針對轉場式 Bonus Game（主介面切換）建立獨立偵測模組，改善主介面切換場景的分類準確率。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69079"/>
            <a:ext cx="53949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69079"/>
            <a:ext cx="539496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51375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151375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160519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OCR 辨識率提升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27447"/>
            <a:ext cx="4992624" cy="1600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改善中英文混合介面的文字辨識率，優化遊戲標題、數值與符號文字的提取品質。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069079"/>
            <a:ext cx="5394960" cy="24231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4069079"/>
            <a:ext cx="5394960" cy="530352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151375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151375"/>
            <a:ext cx="384048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0000" tIns="50000" rIns="50000" bIns="50000" anchor="ctr">
            <a:spAutoFit/>
          </a:bodyPr>
          <a:lstStyle/>
          <a:p>
            <a:pPr algn="ctr"/>
            <a:r>
              <a:rPr sz="1600" b="0" i="0">
                <a:solidFill>
                  <a:srgbClr val="E86A17"/>
                </a:solidFill>
                <a:latin typeface="Calibri"/>
              </a:rPr>
              <a:t>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160519"/>
            <a:ext cx="4590288" cy="36576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資料管理強化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27447"/>
            <a:ext cx="4992624" cy="1600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50000" rIns="50000" bIns="500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Calibri"/>
              </a:rPr>
              <a:t>建立競品遊戲資料庫索引、Fileserver manifest、版本控管，以及定期自動比對與更新機制。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833</Words>
  <Application>Microsoft Office PowerPoint</Application>
  <PresentationFormat>自訂</PresentationFormat>
  <Paragraphs>211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李雅純</dc:creator>
  <cp:keywords/>
  <dc:description>generated using python-pptx</dc:description>
  <cp:lastModifiedBy>李雅純</cp:lastModifiedBy>
  <cp:revision>3</cp:revision>
  <dcterms:created xsi:type="dcterms:W3CDTF">2013-01-27T09:14:16Z</dcterms:created>
  <dcterms:modified xsi:type="dcterms:W3CDTF">2026-05-19T04:22:34Z</dcterms:modified>
  <cp:category/>
</cp:coreProperties>
</file>